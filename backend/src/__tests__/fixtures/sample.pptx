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Concept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variable Y is bounded by Z.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Usage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Use bar(2) when needed.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2026-05-03T14:01:58Z</dcterms:created>
  <dcterms:modified xsi:type="dcterms:W3CDTF">2026-05-03T14:01:58Z</dcterms:modified>
</cp:coreProperties>
</file>